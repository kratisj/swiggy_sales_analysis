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01A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4B08-FCB8-55B5-0AD7-08256CC1F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587C1-EC00-D200-51D5-FCEC5CC88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A97F5-531B-0AA8-2162-DFA0A1B5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73E71-6057-A044-2016-C1EF3093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6AC8-2E09-6ECE-E770-64AC42C2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D46A-F2D0-7AEB-0EAC-5BE0A0E8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52FA-12ED-91CC-BD8C-7E1D6B614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0F58-F382-BBC7-65E3-8407775A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A238-6E24-3C3A-6D21-E796BE4B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83DD-7D39-C6F0-152C-11994281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6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19D9-63B5-2F73-0D03-F2172CEF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74367-9968-B68E-75FD-826DCC641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AD2EE-0CCF-E7B3-C578-5C37E390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8FC77-8073-6E24-4AB0-A16BB43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2CCFA-14DE-505C-B9E3-B8FBA844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11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22B5-BA52-9FDF-F7ED-1DC2ADCA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E7693-3717-D174-C05B-E501632FD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7AD4A-D2B0-6E21-E5C6-53B601D76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34B1A-0734-6F54-CC73-9B9C8B04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797C6-3AF5-86A6-BCFF-EF720A0D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9F1F4-7845-80C8-9B91-82AEAE98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8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7F4F-C3C8-998C-09E1-4A467C7D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80BDE-1F9A-A78A-C21B-BBB1C5FEA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CD2E-686E-95F8-506F-72B50A462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F43C3-EBB8-FDD9-196A-0CC685EE7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7AA82-FAB6-76DB-7A94-EE824AE13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6944E-63C2-FE84-5120-181DA346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ED44C-D7FA-C375-C48A-9E53DD19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5291D-B942-5B7D-44CC-90F2D8F1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77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B0BB-D529-CF40-EFB3-770BE987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4A713-CBDE-9324-95ED-99769ED9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6631E-EE67-9B2C-113B-00C179EA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430FF-68B3-EDDE-E008-7566794F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0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B3570-B1DA-9308-FE16-37DA0110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F8077-7A82-8F92-DEFA-A37ADC85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C9227-264C-6753-77E6-05B2D5B9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06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D37-16D0-4B2C-B51D-E25256F7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E1E3C-B49E-170D-3D92-33782959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D2383-EA0B-6456-0BBA-DFF2D3F2A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85459-0ACC-091E-0777-7F71456C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C83A7-4481-D8B1-E1B0-B951EA88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7248-32CE-E786-F0C7-3C7AABE4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15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D680-B798-4B17-99FD-EB2E2E94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742A2-3F27-5931-7947-4E5A60817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B2102-2DFF-FB71-B0C9-B303EDF8D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504ED-01E2-422A-806C-D3A80635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48208-85BA-F3D9-E6E6-10DB2DFF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82DF-D4D3-32DC-C8A4-08222835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32B2-31D6-CBF7-8C76-96BB890B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97C17-F85C-A605-BA36-C8455E0B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3169-2526-94FB-F49B-137009A1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877E-2BE4-5D4C-75FF-4D23114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6AD8A-3AEC-4397-BFA7-E4D29015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60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FFF57-FCD7-C9CD-C57D-0C52DDF54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A3645-CEEB-CD5A-D3E2-E653196BE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2B10-3CED-594C-E4AC-1439255A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7677B-932E-DABA-DE99-973E3D93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4CBA-1D16-450C-5622-A896DB01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40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BE370-A662-F0FE-BB59-27F0C3F2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26F5-47AE-DCC3-0FF0-A32B79B5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23013-F326-2310-03AB-AEAC10C9C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0510E-4004-4B15-ADB1-176997898CB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20B23-8820-D836-C6C1-045BBF173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C85A-B6C6-C5B7-8567-AC0086A8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FB292-6E05-B6FB-7CB5-901253EC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EEAD33-3072-985D-D834-C946D990C7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38411-D1F3-6E67-64B1-6823B403B4AA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8765F-F470-D839-DF38-742EDC4D78AA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KPI’s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E9B8B-2D62-6FC5-F533-51B277FAA9AA}"/>
              </a:ext>
            </a:extLst>
          </p:cNvPr>
          <p:cNvSpPr txBox="1"/>
          <p:nvPr/>
        </p:nvSpPr>
        <p:spPr>
          <a:xfrm>
            <a:off x="238125" y="2524125"/>
            <a:ext cx="1024890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revenue generated from food orders.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Customer satisfaction level across all restaurants.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Revenue per order.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 Count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customer reviews.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Number of food orders received.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AB0FD-ADA4-7DAC-2252-1C31E9B304AB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A212D835-CC4C-D1E5-66E2-0FF782710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B8E4B458-AA41-003B-5F6F-2EFEF4D7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71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AF176-DF1F-192A-9708-9DBE5013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A51EC-DFC2-799E-764B-1B8E945A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6CC2A-4F97-69E5-4BE4-A1DDAB8D0D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837F-3A3E-C158-7E72-027D567ECE72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C2EA6-5D3A-EE8F-F1B1-A0EF9A3048FB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CHART’S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D5524-C68E-88FE-2EBF-F169E406EE2F}"/>
              </a:ext>
            </a:extLst>
          </p:cNvPr>
          <p:cNvSpPr txBox="1"/>
          <p:nvPr/>
        </p:nvSpPr>
        <p:spPr>
          <a:xfrm>
            <a:off x="238124" y="2524125"/>
            <a:ext cx="11706225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Shows how total sales fluctuate month by month.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Highlights order and revenue variations across days of the week.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Food Type (Veg vs Non-Veg)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Compares revenue contribution by cuisine type.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State (Map Visualization)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state-wise revenue distribution.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 Summary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Combines Sales, Ratings, and Orders by Quarter.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Cities by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Identifies leading cities contributing the most revenue.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Trend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Monitors weekly fluctuations in sales to identify consistency or peak periods.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EBFD6-ADFC-D753-A7B3-49669D014C20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FB4A3C7D-D868-AFCD-AD47-9399E3CC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29B4B6D0-83D7-32BA-1EC7-32E59913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9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</TotalTime>
  <Words>166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Lato Black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krati.mp78@gmail.com</cp:lastModifiedBy>
  <cp:revision>4</cp:revision>
  <dcterms:created xsi:type="dcterms:W3CDTF">2025-11-10T15:38:41Z</dcterms:created>
  <dcterms:modified xsi:type="dcterms:W3CDTF">2026-03-20T07:52:43Z</dcterms:modified>
</cp:coreProperties>
</file>